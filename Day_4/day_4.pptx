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59" r:id="rId4"/>
    <p:sldId id="257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A47E-DCC9-54E1-CA26-554AAE8A5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9C429-8929-ECB7-004B-B9272A76A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CCDAB-24BA-DD83-6258-C3C91A13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DBD61-7258-4768-BCD1-EEFEF0E1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1208-E2D3-4B55-8792-C0A1EFBE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30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C57A-12B6-3B2A-BB5F-5063FD1F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04213-1D27-C50F-F81A-8F71BBBD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9BA1A-39EA-EED2-97BA-36D4FFF6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D6DB-8518-5D55-4EDF-D8CC31EA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5F0FD-AC2E-87E9-C25C-4742F4F2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7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D522-58DD-E340-31F8-63C5FA21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75AB1-EEF7-9AAF-672E-759AC0E2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7A94-4017-CDCC-7961-DB460332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E04E2-8068-A9A1-46CF-EA8AB966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E51F-E1A3-CAA4-F4AD-B820BF9F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60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D834-EA6F-83E4-4F57-C9DCC9D3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10BD-98D0-75A2-6300-029D4ED17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A7343-E862-8E83-1354-2896473E2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9EE8-EAE1-680E-1123-0D206CE2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E0749-1770-4DCB-1CD8-9A80BF86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DB47E-EFD6-4091-236A-74C7CC78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75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AF51-1733-17C6-2B38-47BBD0B3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F0BC9-2893-1BC0-EC9A-FBECC7AC5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5A039-98EF-289D-7A4D-78737B4A0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E1383-C157-A4F1-76CE-0FF794AF4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A238C-8E3D-888E-9790-E8FC8D963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D1477-E27B-25E4-6EFC-680A6ACE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54560-7D69-6FAD-BC53-B39110EF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FA6DEE-5118-4ECC-607C-59AE73F6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4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B087-B37C-0A55-5E46-A457B89B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5B9EA-A822-55BD-A513-20D9CAF0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8F01C-23A5-4E1E-588F-CEB99C98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4495F-0CC6-E4EE-7567-5CA51EFA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23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55EDB-B580-604E-B1AC-38DDC019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853B4-E5FE-B515-3623-E40E235E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1FD60-08A5-9D73-41F8-F891237D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6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BDFF-30CD-0A7C-7100-123795CF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30F4E-A961-7116-D9CC-EE21F044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53DD0-4789-F6B0-16F0-36A18C285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876AB-F842-2385-7E91-C2C441A7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9892F-58AF-B9BF-C8D6-3D6B9B6E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52ED2-09E3-1B35-6171-F9101D6B4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94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4EBD-F3D5-5CB5-8F65-C9EDE2BE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688B1-C1F5-ECAE-E272-9EED4AF87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7F986-3FB9-250C-D52F-8201EE821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35B8F-5F99-17AC-FD8E-E1B76CC8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B546C-7F64-62E0-309E-B5A0BCFD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B2D87-BA8D-0499-B814-68A21125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80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C6D9-775F-26C6-0123-24B9B35F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051CE-A5AA-252E-04ED-85E03F44B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05B4-D4C9-DDD8-8DBB-1214DE3B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91DFE-38F0-DB69-0D8E-309EC321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CAA1E-A547-C80C-5496-8AFE7754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90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95BD6-16FA-6FC7-C0B5-66A643875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FC025-282C-F6AB-3C14-D44769BFD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2057C-0FC1-BD79-F4FA-E6D0592A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5E3B9-2468-C493-F073-DFC15537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1C6DE-6040-F6BF-E343-8F22AE29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01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D6445-0356-EE5F-371F-599CD805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DF21-12EB-44AF-85CF-2C369B5F0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7043E-99CE-D632-C94A-7375DB666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47128-5820-42F0-9913-2B82EAF38A2C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903C-07EA-3F7E-A106-B3432BD9A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1B312-23CE-4E8C-48AC-59DD3600D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8F6D8-201D-498A-AB6B-DEC77D146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43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3E66F-0495-5242-19AE-EDECDD5D129D}"/>
              </a:ext>
            </a:extLst>
          </p:cNvPr>
          <p:cNvSpPr txBox="1"/>
          <p:nvPr/>
        </p:nvSpPr>
        <p:spPr>
          <a:xfrm>
            <a:off x="150472" y="917441"/>
            <a:ext cx="117598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Unlocking Sales Insights:</a:t>
            </a:r>
            <a:b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Data-Driven Performance with the Superstore 				Dashboard</a:t>
            </a:r>
            <a:endParaRPr lang="en-IN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11AE6-8504-ED14-CB86-24CCC19D0D8C}"/>
              </a:ext>
            </a:extLst>
          </p:cNvPr>
          <p:cNvSpPr txBox="1"/>
          <p:nvPr/>
        </p:nvSpPr>
        <p:spPr>
          <a:xfrm>
            <a:off x="8356922" y="5076424"/>
            <a:ext cx="3715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Balachandru S</a:t>
            </a:r>
            <a:b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 at Elevate Labs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4407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FF8C0-783E-9054-2327-B354BA4EC375}"/>
              </a:ext>
            </a:extLst>
          </p:cNvPr>
          <p:cNvSpPr txBox="1"/>
          <p:nvPr/>
        </p:nvSpPr>
        <p:spPr>
          <a:xfrm>
            <a:off x="0" y="184851"/>
            <a:ext cx="12192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buNone/>
            </a:pPr>
            <a:b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IN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Design an interactive dashboard to support data-driven 					decision-making.</a:t>
            </a:r>
          </a:p>
          <a:p>
            <a:pPr lvl="1"/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Power BI</a:t>
            </a:r>
          </a:p>
          <a:p>
            <a:pPr lvl="1"/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Superstore Sales &amp; Financial Data (sourced from Kaggle)</a:t>
            </a:r>
          </a:p>
          <a:p>
            <a:pPr lvl="1"/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Interactive Dashboard + Executive Summary Presentation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5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634C4A-51CD-4E3A-1FF9-5BF057F43933}"/>
              </a:ext>
            </a:extLst>
          </p:cNvPr>
          <p:cNvSpPr txBox="1"/>
          <p:nvPr/>
        </p:nvSpPr>
        <p:spPr>
          <a:xfrm>
            <a:off x="304800" y="128916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&amp; Features</a:t>
            </a:r>
          </a:p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Total Sales, Total Orders, Total Customers, Avg Sales/Month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Visualization: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Sales performance from 2015 to 2018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Segmented Views: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By Region, Segment, Product Category, City, and Ship Mode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Dropdown filter to explore data dynamically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Aesthetic: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layout, consistent color theme, and varied visuals (bar, line, pie, donut)</a:t>
            </a:r>
          </a:p>
        </p:txBody>
      </p:sp>
    </p:spTree>
    <p:extLst>
      <p:ext uri="{BB962C8B-B14F-4D97-AF65-F5344CB8AC3E}">
        <p14:creationId xmlns:p14="http://schemas.microsoft.com/office/powerpoint/2010/main" val="278826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AB364-022B-F9E0-5CD6-AAA548E4EF11}"/>
              </a:ext>
            </a:extLst>
          </p:cNvPr>
          <p:cNvSpPr txBox="1"/>
          <p:nvPr/>
        </p:nvSpPr>
        <p:spPr>
          <a:xfrm>
            <a:off x="0" y="586996"/>
            <a:ext cx="12191999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  <a:p>
            <a:pPr>
              <a:buNone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US" sz="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South region generates the highest total sales (31.4%)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 is the most used shipping method (59.29%)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Furniture lead in product category sales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York has the highest number of orders and sales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have shown a steady upward trend from 2016 to 2018</a:t>
            </a:r>
          </a:p>
        </p:txBody>
      </p:sp>
    </p:spTree>
    <p:extLst>
      <p:ext uri="{BB962C8B-B14F-4D97-AF65-F5344CB8AC3E}">
        <p14:creationId xmlns:p14="http://schemas.microsoft.com/office/powerpoint/2010/main" val="198193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85C9D-675D-70F2-C9E3-7FD51841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" y="0"/>
            <a:ext cx="12137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5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B4B8F-B5E9-A7E3-423A-6AD1DEE36F10}"/>
              </a:ext>
            </a:extLst>
          </p:cNvPr>
          <p:cNvSpPr txBox="1"/>
          <p:nvPr/>
        </p:nvSpPr>
        <p:spPr>
          <a:xfrm>
            <a:off x="3692325" y="2599045"/>
            <a:ext cx="5147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258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Balachandru S</dc:creator>
  <cp:lastModifiedBy>Balachandru S</cp:lastModifiedBy>
  <cp:revision>1</cp:revision>
  <dcterms:created xsi:type="dcterms:W3CDTF">2025-04-13T15:02:28Z</dcterms:created>
  <dcterms:modified xsi:type="dcterms:W3CDTF">2025-04-13T15:41:16Z</dcterms:modified>
</cp:coreProperties>
</file>